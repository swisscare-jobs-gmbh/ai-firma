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29984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5400">
                <a:solidFill>
                  <a:srgbClr val="FFFFFF"/>
                </a:solidFill>
                <a:latin typeface="Georgia"/>
              </a:rPr>
              <a:t>{KUNDE}</a:t>
            </a:r>
            <a:r>
              <a:rPr sz="30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{CLAIM. Kurze Saetze. Ohne Gedankenstriche.}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  ·   {TT. Monat JJJJ}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{SCHMERZ_1_KOPF}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Direkt, kurz.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{SCHMERZ_2_KOPF}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{SCHMERZ_3_KOPF}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{SZENE. </a:t>
            </a:r>
            <a:r>
              <a:rPr sz="1300" b="1">
                <a:solidFill>
                  <a:srgbClr val="17161A"/>
                </a:solidFill>
                <a:latin typeface="Segoe UI"/>
              </a:rPr>
              <a:t>Kern fett.</a:t>
            </a:r>
            <a:r>
              <a:rPr sz="1300" b="0">
                <a:solidFill>
                  <a:srgbClr val="17161A"/>
                </a:solidFill>
                <a:latin typeface="Segoe UI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C9C3"/>
                </a:solidFill>
                <a:latin typeface="Segoe UI"/>
              </a:rPr>
              <a:t>AB SOFORT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{LOESUNG_1. Positiv, kurz.}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{LOESUNG_2}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{LOESUNG_3}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Zusagen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{BESTEHENDES_SYSTEM} bleibt führend.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ersetzen nichts. Wir setzen auf deine bestehenden Systeme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Acht Abteilungen. Oder ein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Klassisch braucht das eigene Abteilungen und viele Leute: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Produkt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Kundendienst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Personal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Finanzen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Einkauf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0" y="2148840"/>
            <a:ext cx="4572000" cy="3602736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Bei dir: ein System.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D8D6DC"/>
                </a:solidFill>
                <a:latin typeface="Segoe UI"/>
              </a:rPr>
              <a:t>{Was das System uebernimmt. </a:t>
            </a:r>
            <a:r>
              <a:rPr sz="1450" b="1">
                <a:solidFill>
                  <a:srgbClr val="D8D6DC"/>
                </a:solidFill>
                <a:latin typeface="Segoe UI"/>
              </a:rPr>
              <a:t>Was der Kunde behaelt, fett.</a:t>
            </a:r>
            <a:r>
              <a:rPr sz="1450" b="0">
                <a:solidFill>
                  <a:srgbClr val="D8D6DC"/>
                </a:solidFill>
                <a:latin typeface="Segoe UI"/>
              </a:rP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Kein Stellenabbau: Es geht um Arbeit, die heute liegen bleibt.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arbeitet es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SYSTEME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{SYSTEM_1}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{SYSTEM_2}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{SYSTEM_3}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{SYSTEM_4}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06324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0C9C3"/>
                </a:solidFill>
                <a:latin typeface="Segoe UI"/>
              </a:rPr>
              <a:t>{PRODUKTNAME}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MENSCHEN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{WAS_DAS_TEAM_TUT}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F7D43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gut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0176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0176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B9861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176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knapp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3888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3888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1F3A5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88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leer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3090672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31455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401568"/>
            <a:ext cx="1993392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14</a:t>
            </a:r>
            <a:r>
              <a:rPr sz="900" b="0">
                <a:solidFill>
                  <a:srgbClr val="17161A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17161A"/>
                </a:solidFill>
                <a:latin typeface="Segoe UI"/>
              </a:rPr>
              <a:t>3</a:t>
            </a:r>
            <a:r>
              <a:rPr sz="900" b="0">
                <a:solidFill>
                  <a:srgbClr val="17161A"/>
                </a:solidFill>
                <a:latin typeface="Segoe UI"/>
              </a:rPr>
              <a:t> Bestellungen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4005072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0599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F3A5F"/>
                </a:solidFill>
                <a:latin typeface="Segoe UI"/>
              </a:rPr>
              <a:t>KI-Vorschlag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4334256"/>
            <a:ext cx="199339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7904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7904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17161A"/>
                </a:solidFill>
                <a:latin typeface="Segoe UI"/>
              </a:rPr>
              <a:t>Ablehnen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 kurz.}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889504"/>
            <a:ext cx="2176272" cy="685800"/>
          </a:xfrm>
          <a:prstGeom prst="roundRect">
            <a:avLst>
              <a:gd name="adj" fmla="val 12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889504"/>
            <a:ext cx="2176272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6464" y="3712464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712464"/>
            <a:ext cx="199339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F7D43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F7D43"/>
                </a:solidFill>
                <a:latin typeface="Segoe UI"/>
              </a:rPr>
              <a:t> 1x Tee Box-Logo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407408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F5ECD9"/>
          </a:solidFill>
          <a:ln w="12700">
            <a:solidFill>
              <a:srgbClr val="B98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4480560"/>
            <a:ext cx="1993392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7A5C12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7A5C12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{SCREEN_TITEL}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{EIN_SATZ}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{KUNDE}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77747C"/>
                </a:solidFill>
                <a:latin typeface="Segoe UI"/>
              </a:rPr>
              <a:t>Frage eingeben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600" b="0">
                <a:solidFill>
                  <a:srgbClr val="17161A"/>
                </a:solidFill>
                <a:latin typeface="Segoe UI"/>
              </a:rPr>
              <a:t> {Rest.}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führen wir es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Vier Schritte. Der Betrieb läuft normal weiter.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   {SCHRITT_1}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{Was das Kunden-Team macht. Mit Anleitung von uns.}</a:t>
            </a:r>
          </a:p>
        </p:txBody>
      </p:sp>
      <p:sp>
        <p:nvSpPr>
          <p:cNvPr id="9" name="Chevron 8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   {SCHRITT_2}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{Was wir verbinden. Bestehendes bleibt führend.}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   Schulen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   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Regelmässiger Bericht in Klartext. Wir betreuen und bauen aus.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3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7747C"/>
                </a:solidFill>
                <a:latin typeface="Segoe UI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7161A"/>
                </a:solidFill>
                <a:latin typeface="Georgia"/>
              </a:rPr>
              <a:t>{MODELL_1}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17161A"/>
                </a:solidFill>
                <a:latin typeface="Segoe UI"/>
              </a:rPr>
              <a:t>CHF {PREIS_1}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{EIN_SATZ_NUTZEN}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3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C9C3"/>
                </a:solidFill>
                <a:latin typeface="Segoe UI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Georgia"/>
              </a:rPr>
              <a:t>{MODELL_2}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CHF {PREIS_2}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0C9C3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0C9C3"/>
                </a:solidFill>
                <a:latin typeface="Segoe UI"/>
              </a:rPr>
              <a:t>{EIN_SATZ_NUTZEN}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715768"/>
            <a:ext cx="1691640" cy="438912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7B4BD"/>
                </a:solidFill>
                <a:latin typeface="Segoe UI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B08D57"/>
                </a:solidFill>
                <a:latin typeface="Georgia"/>
              </a:rPr>
              <a:t>{MODELL_3}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B08D57"/>
                </a:solidFill>
                <a:latin typeface="Segoe UI"/>
              </a:rPr>
              <a:t>CHF {PREIS_3}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B7B4BD"/>
                </a:solidFill>
                <a:latin typeface="Segoe UI"/>
              </a:rPr>
              <a:t>{EIN_SATZ_NUTZEN}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{MODELL_1}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{PREIS_1}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{Laiensprache, kurz.}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{MODELL_2}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{PREIS_2} pro Monat   ·   alles aus {MODELL_1},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{Laiensprache.}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{MODELL_3}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{PREIS_3} pro Monat   ·   alles aus {MODELL_2},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{KERN}</a:t>
            </a:r>
            <a:r>
              <a:rPr sz="1350" b="0">
                <a:solidFill>
                  <a:srgbClr val="17161A"/>
                </a:solidFill>
                <a:latin typeface="Segoe UI"/>
              </a:rPr>
              <a:t> {Laiensprache.}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{KUNDE}</a:t>
            </a:r>
            <a:r>
              <a:rPr sz="9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{EINMALIGE_HANDARBEIT} </a:t>
            </a:r>
            <a:r>
              <a:rPr sz="1500" b="1">
                <a:solidFill>
                  <a:srgbClr val="17161A"/>
                </a:solidFill>
                <a:latin typeface="Segoe UI"/>
              </a:rPr>
              <a:t>Danach: {NEUER_ALLTAG}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7161A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17161A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Keine KI bucht in deine Systeme. Jede Buchung macht ein Mensch.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Du entscheidest.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7238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Die Vorschau läuft. </a:t>
            </a:r>
            <a:r>
              <a:rPr sz="1700" b="1">
                <a:solidFill>
                  <a:srgbClr val="D8D6DC"/>
                </a:solidFill>
                <a:latin typeface="Segoe UI"/>
              </a:rPr>
              <a:t>Du hast sie selbst gesehen.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962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9476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D8D6DC"/>
                </a:solidFill>
                <a:latin typeface="Segoe UI"/>
              </a:rPr>
              <a:t>jederzeit hochwechseln.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62686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57200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Jetzt: </a:t>
            </a:r>
            <a:r>
              <a:rPr sz="1700" b="1">
                <a:solidFill>
                  <a:srgbClr val="D8D6DC"/>
                </a:solidFill>
                <a:latin typeface="Segoe UI"/>
              </a:rPr>
              <a:t>deine Fragen.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· {DATUM}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